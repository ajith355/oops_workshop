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6858000" cy="9144000"/>
  <p:embeddedFontLst>
    <p:embeddedFont>
      <p:font typeface="Sora SemiBold"/>
      <p:regular r:id="rId23"/>
      <p:bold r:id="rId24"/>
    </p:embeddedFont>
    <p:embeddedFont>
      <p:font typeface="Raleway"/>
      <p:regular r:id="rId25"/>
      <p:bold r:id="rId26"/>
      <p:italic r:id="rId27"/>
      <p:boldItalic r:id="rId28"/>
    </p:embeddedFont>
    <p:embeddedFont>
      <p:font typeface="Assistant Medium"/>
      <p:regular r:id="rId29"/>
      <p:bold r:id="rId30"/>
    </p:embeddedFont>
    <p:embeddedFont>
      <p:font typeface="Assistant"/>
      <p:regular r:id="rId31"/>
      <p:bold r:id="rId32"/>
    </p:embeddedFont>
    <p:embeddedFont>
      <p:font typeface="Sora"/>
      <p:regular r:id="rId33"/>
      <p:bold r:id="rId34"/>
    </p:embeddedFont>
    <p:embeddedFont>
      <p:font typeface="Sora Medium"/>
      <p:regular r:id="rId35"/>
      <p:bold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SoraSemiBold-bold.fntdata"/><Relationship Id="rId23" Type="http://schemas.openxmlformats.org/officeDocument/2006/relationships/font" Target="fonts/SoraSemiBold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aleway-bold.fntdata"/><Relationship Id="rId25" Type="http://schemas.openxmlformats.org/officeDocument/2006/relationships/font" Target="fonts/Raleway-regular.fntdata"/><Relationship Id="rId28" Type="http://schemas.openxmlformats.org/officeDocument/2006/relationships/font" Target="fonts/Raleway-boldItalic.fntdata"/><Relationship Id="rId27" Type="http://schemas.openxmlformats.org/officeDocument/2006/relationships/font" Target="fonts/Raleway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AssistantMedium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Assistant-regular.fntdata"/><Relationship Id="rId30" Type="http://schemas.openxmlformats.org/officeDocument/2006/relationships/font" Target="fonts/AssistantMedium-bold.fntdata"/><Relationship Id="rId11" Type="http://schemas.openxmlformats.org/officeDocument/2006/relationships/slide" Target="slides/slide7.xml"/><Relationship Id="rId33" Type="http://schemas.openxmlformats.org/officeDocument/2006/relationships/font" Target="fonts/Sora-regular.fntdata"/><Relationship Id="rId10" Type="http://schemas.openxmlformats.org/officeDocument/2006/relationships/slide" Target="slides/slide6.xml"/><Relationship Id="rId32" Type="http://schemas.openxmlformats.org/officeDocument/2006/relationships/font" Target="fonts/Assistant-bold.fntdata"/><Relationship Id="rId13" Type="http://schemas.openxmlformats.org/officeDocument/2006/relationships/slide" Target="slides/slide9.xml"/><Relationship Id="rId35" Type="http://schemas.openxmlformats.org/officeDocument/2006/relationships/font" Target="fonts/SoraMedium-regular.fntdata"/><Relationship Id="rId12" Type="http://schemas.openxmlformats.org/officeDocument/2006/relationships/slide" Target="slides/slide8.xml"/><Relationship Id="rId34" Type="http://schemas.openxmlformats.org/officeDocument/2006/relationships/font" Target="fonts/Sora-bold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schemas.openxmlformats.org/officeDocument/2006/relationships/font" Target="fonts/SoraMedium-bold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d431007ba2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d431007ba2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be7c7bda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3be7c7bda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d9dffdff6_3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7d9dffdff6_3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7d9dffdff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7d9dffdff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7d9dffdff6_3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7d9dffdff6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7d9dffdff6_3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7d9dffdff6_3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7d9dffdff6_3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7d9dffdff6_3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7d9dffdff6_3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7d9dffdff6_3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54dda1946d_6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54dda1946d_6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4072739ea5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14072739ea5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54dda1946d_6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54dda1946d_6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54dda1946d_6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54dda1946d_6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7dcb559de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7dcb559d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d5260bdd85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d5260bdd85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54dda1946d_4_2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54dda1946d_4_2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7d9dffdff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7d9dffdff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1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2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0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9" Type="http://schemas.openxmlformats.org/officeDocument/2006/relationships/hyperlink" Target="http://bit.ly/2TtBDfr" TargetMode="External"/><Relationship Id="rId5" Type="http://schemas.openxmlformats.org/officeDocument/2006/relationships/image" Target="../media/image9.png"/><Relationship Id="rId6" Type="http://schemas.openxmlformats.org/officeDocument/2006/relationships/image" Target="../media/image22.png"/><Relationship Id="rId7" Type="http://schemas.openxmlformats.org/officeDocument/2006/relationships/hyperlink" Target="https://bit.ly/3A1uf1Q" TargetMode="External"/><Relationship Id="rId8" Type="http://schemas.openxmlformats.org/officeDocument/2006/relationships/hyperlink" Target="http://bit.ly/2TyoMsr" TargetMode="Externa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4194525" y="-535925"/>
            <a:ext cx="6467000" cy="64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5846725" y="2605850"/>
            <a:ext cx="4440718" cy="280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>
          <a:blip r:embed="rId4">
            <a:alphaModFix amt="42000"/>
          </a:blip>
          <a:stretch>
            <a:fillRect/>
          </a:stretch>
        </p:blipFill>
        <p:spPr>
          <a:xfrm>
            <a:off x="5604025" y="433200"/>
            <a:ext cx="2354300" cy="235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>
          <a:blip r:embed="rId5">
            <a:alphaModFix amt="6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Google Shape;13;p2"/>
          <p:cNvCxnSpPr/>
          <p:nvPr/>
        </p:nvCxnSpPr>
        <p:spPr>
          <a:xfrm rot="10800000">
            <a:off x="8430775" y="558000"/>
            <a:ext cx="0" cy="4617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" name="Google Shape;14;p2"/>
          <p:cNvSpPr txBox="1"/>
          <p:nvPr>
            <p:ph type="ctrTitle"/>
          </p:nvPr>
        </p:nvSpPr>
        <p:spPr>
          <a:xfrm>
            <a:off x="713225" y="922613"/>
            <a:ext cx="4528800" cy="280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13225" y="3796088"/>
            <a:ext cx="4528800" cy="4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3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324100" y="-1052825"/>
            <a:ext cx="3744700" cy="55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3"/>
          <p:cNvPicPr preferRelativeResize="0"/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5324100" y="586375"/>
            <a:ext cx="2396300" cy="239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/>
          <p:cNvPicPr preferRelativeResize="0"/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6044450" y="1787535"/>
            <a:ext cx="4006050" cy="4936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"/>
          <p:cNvPicPr preferRelativeResize="0"/>
          <p:nvPr/>
        </p:nvPicPr>
        <p:blipFill>
          <a:blip r:embed="rId5">
            <a:alphaModFix amt="6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3"/>
          <p:cNvCxnSpPr/>
          <p:nvPr/>
        </p:nvCxnSpPr>
        <p:spPr>
          <a:xfrm>
            <a:off x="0" y="4863650"/>
            <a:ext cx="844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" name="Google Shape;22;p3"/>
          <p:cNvSpPr txBox="1"/>
          <p:nvPr>
            <p:ph type="title"/>
          </p:nvPr>
        </p:nvSpPr>
        <p:spPr>
          <a:xfrm>
            <a:off x="713225" y="2338425"/>
            <a:ext cx="50676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Sora"/>
              <a:buNone/>
              <a:defRPr sz="36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Sora"/>
              <a:buNone/>
              <a:defRPr sz="36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Sora"/>
              <a:buNone/>
              <a:defRPr sz="36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Sora"/>
              <a:buNone/>
              <a:defRPr sz="36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Sora"/>
              <a:buNone/>
              <a:defRPr sz="36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Sora"/>
              <a:buNone/>
              <a:defRPr sz="36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Sora"/>
              <a:buNone/>
              <a:defRPr sz="36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Sora"/>
              <a:buNone/>
              <a:defRPr sz="36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hasCustomPrompt="1" idx="2" type="title"/>
          </p:nvPr>
        </p:nvSpPr>
        <p:spPr>
          <a:xfrm>
            <a:off x="713225" y="1012925"/>
            <a:ext cx="1871100" cy="1274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i="1"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720000" y="1112025"/>
            <a:ext cx="77040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cxnSp>
        <p:nvCxnSpPr>
          <p:cNvPr id="27" name="Google Shape;27;p4"/>
          <p:cNvCxnSpPr/>
          <p:nvPr/>
        </p:nvCxnSpPr>
        <p:spPr>
          <a:xfrm>
            <a:off x="713225" y="4863650"/>
            <a:ext cx="844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8" name="Google Shape;28;p4"/>
          <p:cNvPicPr preferRelativeResize="0"/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-1874575" y="3190775"/>
            <a:ext cx="2967300" cy="296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5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2846650" y="2702100"/>
            <a:ext cx="4724100" cy="4724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" name="Google Shape;31;p5"/>
          <p:cNvCxnSpPr/>
          <p:nvPr/>
        </p:nvCxnSpPr>
        <p:spPr>
          <a:xfrm>
            <a:off x="356225" y="558100"/>
            <a:ext cx="0" cy="459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" name="Google Shape;32;p5"/>
          <p:cNvCxnSpPr/>
          <p:nvPr/>
        </p:nvCxnSpPr>
        <p:spPr>
          <a:xfrm>
            <a:off x="702000" y="4863650"/>
            <a:ext cx="844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" name="Google Shape;33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" type="subTitle"/>
          </p:nvPr>
        </p:nvSpPr>
        <p:spPr>
          <a:xfrm>
            <a:off x="5055284" y="3901999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5" name="Google Shape;35;p5"/>
          <p:cNvSpPr txBox="1"/>
          <p:nvPr>
            <p:ph idx="2" type="subTitle"/>
          </p:nvPr>
        </p:nvSpPr>
        <p:spPr>
          <a:xfrm>
            <a:off x="1583300" y="3901999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6" name="Google Shape;36;p5"/>
          <p:cNvSpPr txBox="1"/>
          <p:nvPr>
            <p:ph idx="3" type="subTitle"/>
          </p:nvPr>
        </p:nvSpPr>
        <p:spPr>
          <a:xfrm>
            <a:off x="5055275" y="3458600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0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4" type="subTitle"/>
          </p:nvPr>
        </p:nvSpPr>
        <p:spPr>
          <a:xfrm>
            <a:off x="1583075" y="3458600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0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40" name="Google Shape;40;p6"/>
          <p:cNvCxnSpPr/>
          <p:nvPr/>
        </p:nvCxnSpPr>
        <p:spPr>
          <a:xfrm>
            <a:off x="-9850" y="4863650"/>
            <a:ext cx="844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1" name="Google Shape;41;p6"/>
          <p:cNvPicPr preferRelativeResize="0"/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7851075" y="561463"/>
            <a:ext cx="3030325" cy="303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Google Shape;43;p7"/>
          <p:cNvCxnSpPr/>
          <p:nvPr/>
        </p:nvCxnSpPr>
        <p:spPr>
          <a:xfrm>
            <a:off x="0" y="4863650"/>
            <a:ext cx="844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254750" y="1059875"/>
            <a:ext cx="3107925" cy="310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7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4246800" y="-1284100"/>
            <a:ext cx="4195200" cy="419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7"/>
          <p:cNvPicPr preferRelativeResize="0"/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6041054" y="539500"/>
            <a:ext cx="4055192" cy="528677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"/>
          <p:cNvSpPr txBox="1"/>
          <p:nvPr>
            <p:ph type="title"/>
          </p:nvPr>
        </p:nvSpPr>
        <p:spPr>
          <a:xfrm>
            <a:off x="720000" y="445025"/>
            <a:ext cx="4012500" cy="11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" type="subTitle"/>
          </p:nvPr>
        </p:nvSpPr>
        <p:spPr>
          <a:xfrm>
            <a:off x="720000" y="2056850"/>
            <a:ext cx="4012500" cy="18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8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-2700000">
            <a:off x="-1956764" y="190863"/>
            <a:ext cx="3936075" cy="393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8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7778927" y="2023275"/>
            <a:ext cx="3606950" cy="360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8"/>
          <p:cNvPicPr preferRelativeResize="0"/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3634357" y="-2496725"/>
            <a:ext cx="4217000" cy="421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8"/>
          <p:cNvPicPr preferRelativeResize="0"/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4767577" y="3398000"/>
            <a:ext cx="4867250" cy="4867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" name="Google Shape;54;p8"/>
          <p:cNvCxnSpPr/>
          <p:nvPr/>
        </p:nvCxnSpPr>
        <p:spPr>
          <a:xfrm rot="10800000">
            <a:off x="719975" y="558000"/>
            <a:ext cx="0" cy="4617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" name="Google Shape;55;p8"/>
          <p:cNvCxnSpPr/>
          <p:nvPr/>
        </p:nvCxnSpPr>
        <p:spPr>
          <a:xfrm rot="10800000">
            <a:off x="8430775" y="558000"/>
            <a:ext cx="0" cy="4617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6" name="Google Shape;56;p8"/>
          <p:cNvPicPr preferRelativeResize="0"/>
          <p:nvPr/>
        </p:nvPicPr>
        <p:blipFill>
          <a:blip r:embed="rId6">
            <a:alphaModFix amt="6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8"/>
          <p:cNvSpPr txBox="1"/>
          <p:nvPr>
            <p:ph type="title"/>
          </p:nvPr>
        </p:nvSpPr>
        <p:spPr>
          <a:xfrm>
            <a:off x="1768550" y="1666800"/>
            <a:ext cx="5607000" cy="18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9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2765300" y="2338500"/>
            <a:ext cx="5526450" cy="552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9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4126348" y="-3709825"/>
            <a:ext cx="5569400" cy="556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9"/>
          <p:cNvPicPr preferRelativeResize="0"/>
          <p:nvPr/>
        </p:nvPicPr>
        <p:blipFill>
          <a:blip r:embed="rId4">
            <a:alphaModFix amt="6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9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-928027" y="3824600"/>
            <a:ext cx="5569400" cy="5569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" name="Google Shape;63;p9"/>
          <p:cNvCxnSpPr/>
          <p:nvPr/>
        </p:nvCxnSpPr>
        <p:spPr>
          <a:xfrm rot="10800000">
            <a:off x="719975" y="558000"/>
            <a:ext cx="0" cy="4617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" name="Google Shape;64;p9"/>
          <p:cNvCxnSpPr/>
          <p:nvPr/>
        </p:nvCxnSpPr>
        <p:spPr>
          <a:xfrm rot="10800000">
            <a:off x="8430775" y="558000"/>
            <a:ext cx="0" cy="4617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9"/>
          <p:cNvSpPr txBox="1"/>
          <p:nvPr>
            <p:ph type="title"/>
          </p:nvPr>
        </p:nvSpPr>
        <p:spPr>
          <a:xfrm>
            <a:off x="2135550" y="1618875"/>
            <a:ext cx="4872900" cy="127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1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-2700000">
            <a:off x="5159712" y="2972987"/>
            <a:ext cx="4896927" cy="4896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1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262397" y="-4012525"/>
            <a:ext cx="5971325" cy="5971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" name="Google Shape;73;p11"/>
          <p:cNvCxnSpPr/>
          <p:nvPr/>
        </p:nvCxnSpPr>
        <p:spPr>
          <a:xfrm rot="10800000">
            <a:off x="719975" y="558000"/>
            <a:ext cx="0" cy="4617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" name="Google Shape;74;p11"/>
          <p:cNvCxnSpPr/>
          <p:nvPr/>
        </p:nvCxnSpPr>
        <p:spPr>
          <a:xfrm rot="10800000">
            <a:off x="8430775" y="558000"/>
            <a:ext cx="0" cy="4617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5" name="Google Shape;75;p11"/>
          <p:cNvPicPr preferRelativeResize="0"/>
          <p:nvPr/>
        </p:nvPicPr>
        <p:blipFill>
          <a:blip r:embed="rId4">
            <a:alphaModFix amt="6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713225" y="1723550"/>
            <a:ext cx="7717500" cy="10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subTitle"/>
          </p:nvPr>
        </p:nvSpPr>
        <p:spPr>
          <a:xfrm>
            <a:off x="713225" y="3003250"/>
            <a:ext cx="7717500" cy="4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3"/>
          <p:cNvPicPr preferRelativeResize="0"/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-1698375" y="-75575"/>
            <a:ext cx="2967525" cy="2967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" name="Google Shape;81;p13"/>
          <p:cNvCxnSpPr/>
          <p:nvPr/>
        </p:nvCxnSpPr>
        <p:spPr>
          <a:xfrm>
            <a:off x="356225" y="558100"/>
            <a:ext cx="0" cy="459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3"/>
          <p:cNvPicPr preferRelativeResize="0"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5328875" y="1396025"/>
            <a:ext cx="6738200" cy="67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3"/>
          <p:cNvPicPr preferRelativeResize="0"/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6931975" y="1686075"/>
            <a:ext cx="1878300" cy="18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hasCustomPrompt="1" idx="2" type="title"/>
          </p:nvPr>
        </p:nvSpPr>
        <p:spPr>
          <a:xfrm>
            <a:off x="720000" y="1174550"/>
            <a:ext cx="1124400" cy="856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i="1"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/>
          <p:nvPr>
            <p:ph hasCustomPrompt="1" idx="3" type="title"/>
          </p:nvPr>
        </p:nvSpPr>
        <p:spPr>
          <a:xfrm>
            <a:off x="720000" y="3043500"/>
            <a:ext cx="1124400" cy="856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i="1"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/>
          <p:nvPr>
            <p:ph hasCustomPrompt="1" idx="4" type="title"/>
          </p:nvPr>
        </p:nvSpPr>
        <p:spPr>
          <a:xfrm>
            <a:off x="3653376" y="1174550"/>
            <a:ext cx="1124400" cy="856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i="1"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/>
          <p:nvPr>
            <p:ph hasCustomPrompt="1" idx="5" type="title"/>
          </p:nvPr>
        </p:nvSpPr>
        <p:spPr>
          <a:xfrm>
            <a:off x="3653375" y="3043500"/>
            <a:ext cx="1124400" cy="856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i="1"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720000" y="1878783"/>
            <a:ext cx="2505300" cy="85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0" name="Google Shape;90;p13"/>
          <p:cNvSpPr txBox="1"/>
          <p:nvPr>
            <p:ph idx="6" type="subTitle"/>
          </p:nvPr>
        </p:nvSpPr>
        <p:spPr>
          <a:xfrm>
            <a:off x="3653378" y="1878783"/>
            <a:ext cx="2505300" cy="85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1" name="Google Shape;91;p13"/>
          <p:cNvSpPr txBox="1"/>
          <p:nvPr>
            <p:ph idx="7" type="subTitle"/>
          </p:nvPr>
        </p:nvSpPr>
        <p:spPr>
          <a:xfrm>
            <a:off x="720000" y="3747800"/>
            <a:ext cx="2505300" cy="85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2" name="Google Shape;92;p13"/>
          <p:cNvSpPr txBox="1"/>
          <p:nvPr>
            <p:ph idx="8" type="subTitle"/>
          </p:nvPr>
        </p:nvSpPr>
        <p:spPr>
          <a:xfrm>
            <a:off x="3653378" y="3747800"/>
            <a:ext cx="2505300" cy="85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713226" y="2890525"/>
            <a:ext cx="2905400" cy="290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-231650" y="-857475"/>
            <a:ext cx="4536225" cy="453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/>
          <p:cNvPicPr preferRelativeResize="0"/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-882950" y="1368538"/>
            <a:ext cx="3507575" cy="3507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" name="Google Shape;97;p14"/>
          <p:cNvCxnSpPr/>
          <p:nvPr/>
        </p:nvCxnSpPr>
        <p:spPr>
          <a:xfrm>
            <a:off x="356225" y="558100"/>
            <a:ext cx="0" cy="459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" name="Google Shape;98;p14"/>
          <p:cNvCxnSpPr/>
          <p:nvPr/>
        </p:nvCxnSpPr>
        <p:spPr>
          <a:xfrm>
            <a:off x="702000" y="4863650"/>
            <a:ext cx="844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9" name="Google Shape;99;p14"/>
          <p:cNvPicPr preferRelativeResize="0"/>
          <p:nvPr/>
        </p:nvPicPr>
        <p:blipFill>
          <a:blip r:embed="rId5">
            <a:alphaModFix amt="6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>
            <p:ph type="title"/>
          </p:nvPr>
        </p:nvSpPr>
        <p:spPr>
          <a:xfrm>
            <a:off x="3413225" y="2294925"/>
            <a:ext cx="5017500" cy="165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600"/>
              <a:buFont typeface="Sora"/>
              <a:buNone/>
              <a:defRPr sz="3600">
                <a:latin typeface="Sora"/>
                <a:ea typeface="Sora"/>
                <a:cs typeface="Sora"/>
                <a:sym typeface="Sora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600"/>
              <a:buFont typeface="Sora"/>
              <a:buNone/>
              <a:defRPr sz="3600">
                <a:latin typeface="Sora"/>
                <a:ea typeface="Sora"/>
                <a:cs typeface="Sora"/>
                <a:sym typeface="Sora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600"/>
              <a:buFont typeface="Sora"/>
              <a:buNone/>
              <a:defRPr sz="3600">
                <a:latin typeface="Sora"/>
                <a:ea typeface="Sora"/>
                <a:cs typeface="Sora"/>
                <a:sym typeface="Sora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600"/>
              <a:buFont typeface="Sora"/>
              <a:buNone/>
              <a:defRPr sz="3600">
                <a:latin typeface="Sora"/>
                <a:ea typeface="Sora"/>
                <a:cs typeface="Sora"/>
                <a:sym typeface="Sora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600"/>
              <a:buFont typeface="Sora"/>
              <a:buNone/>
              <a:defRPr sz="3600">
                <a:latin typeface="Sora"/>
                <a:ea typeface="Sora"/>
                <a:cs typeface="Sora"/>
                <a:sym typeface="Sora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600"/>
              <a:buFont typeface="Sora"/>
              <a:buNone/>
              <a:defRPr sz="3600">
                <a:latin typeface="Sora"/>
                <a:ea typeface="Sora"/>
                <a:cs typeface="Sora"/>
                <a:sym typeface="Sora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600"/>
              <a:buFont typeface="Sora"/>
              <a:buNone/>
              <a:defRPr sz="3600">
                <a:latin typeface="Sora"/>
                <a:ea typeface="Sora"/>
                <a:cs typeface="Sora"/>
                <a:sym typeface="Sora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600"/>
              <a:buFont typeface="Sora"/>
              <a:buNone/>
              <a:defRPr sz="36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hasCustomPrompt="1" idx="2" type="title"/>
          </p:nvPr>
        </p:nvSpPr>
        <p:spPr>
          <a:xfrm>
            <a:off x="6557575" y="1180075"/>
            <a:ext cx="1873200" cy="941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i="1" sz="72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/>
          <p:cNvPicPr preferRelativeResize="0"/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 flipH="1">
            <a:off x="-1253500" y="-303075"/>
            <a:ext cx="5825500" cy="582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/>
          <p:cNvPicPr preferRelativeResize="0"/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 flipH="1">
            <a:off x="-1025750" y="1872275"/>
            <a:ext cx="3374675" cy="3374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" name="Google Shape;105;p15"/>
          <p:cNvCxnSpPr/>
          <p:nvPr/>
        </p:nvCxnSpPr>
        <p:spPr>
          <a:xfrm>
            <a:off x="8768025" y="558100"/>
            <a:ext cx="0" cy="459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5"/>
          <p:cNvCxnSpPr/>
          <p:nvPr/>
        </p:nvCxnSpPr>
        <p:spPr>
          <a:xfrm rot="10800000">
            <a:off x="-19750" y="4863650"/>
            <a:ext cx="844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7" name="Google Shape;107;p15"/>
          <p:cNvPicPr preferRelativeResize="0"/>
          <p:nvPr/>
        </p:nvPicPr>
        <p:blipFill>
          <a:blip r:embed="rId4">
            <a:alphaModFix amt="6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>
            <p:ph type="title"/>
          </p:nvPr>
        </p:nvSpPr>
        <p:spPr>
          <a:xfrm>
            <a:off x="3734125" y="3369638"/>
            <a:ext cx="46968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9" name="Google Shape;109;p15"/>
          <p:cNvSpPr txBox="1"/>
          <p:nvPr>
            <p:ph idx="1" type="subTitle"/>
          </p:nvPr>
        </p:nvSpPr>
        <p:spPr>
          <a:xfrm>
            <a:off x="3734125" y="1312163"/>
            <a:ext cx="4696800" cy="20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3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112" name="Google Shape;112;p16"/>
          <p:cNvCxnSpPr>
            <a:endCxn id="113" idx="2"/>
          </p:cNvCxnSpPr>
          <p:nvPr/>
        </p:nvCxnSpPr>
        <p:spPr>
          <a:xfrm rot="10800000">
            <a:off x="348400" y="539525"/>
            <a:ext cx="0" cy="462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4" name="Google Shape;114;p16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8261400" y="3196625"/>
            <a:ext cx="2914275" cy="291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4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117" name="Google Shape;117;p17"/>
          <p:cNvCxnSpPr/>
          <p:nvPr/>
        </p:nvCxnSpPr>
        <p:spPr>
          <a:xfrm>
            <a:off x="713225" y="4863650"/>
            <a:ext cx="844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8" name="Google Shape;118;p17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1640050" y="774850"/>
            <a:ext cx="2770950" cy="277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121" name="Google Shape;121;p18"/>
          <p:cNvCxnSpPr>
            <a:endCxn id="122" idx="2"/>
          </p:cNvCxnSpPr>
          <p:nvPr/>
        </p:nvCxnSpPr>
        <p:spPr>
          <a:xfrm rot="10800000">
            <a:off x="8799025" y="551700"/>
            <a:ext cx="0" cy="4620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3" name="Google Shape;123;p18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1591850" y="3432750"/>
            <a:ext cx="2755900" cy="27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9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1398525" y="3252425"/>
            <a:ext cx="2985000" cy="29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9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7256026" y="-410600"/>
            <a:ext cx="4019500" cy="4019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7" name="Google Shape;127;p19"/>
          <p:cNvCxnSpPr/>
          <p:nvPr/>
        </p:nvCxnSpPr>
        <p:spPr>
          <a:xfrm>
            <a:off x="702000" y="4863650"/>
            <a:ext cx="844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" name="Google Shape;128;p19"/>
          <p:cNvSpPr txBox="1"/>
          <p:nvPr>
            <p:ph type="title"/>
          </p:nvPr>
        </p:nvSpPr>
        <p:spPr>
          <a:xfrm>
            <a:off x="720000" y="1374175"/>
            <a:ext cx="4137300" cy="16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9" name="Google Shape;129;p19"/>
          <p:cNvSpPr txBox="1"/>
          <p:nvPr>
            <p:ph idx="1" type="subTitle"/>
          </p:nvPr>
        </p:nvSpPr>
        <p:spPr>
          <a:xfrm>
            <a:off x="720000" y="3031975"/>
            <a:ext cx="4137300" cy="7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0" name="Google Shape;130;p19"/>
          <p:cNvSpPr/>
          <p:nvPr>
            <p:ph idx="2" type="pic"/>
          </p:nvPr>
        </p:nvSpPr>
        <p:spPr>
          <a:xfrm>
            <a:off x="4857275" y="679650"/>
            <a:ext cx="3352800" cy="3784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0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6329950" y="49650"/>
            <a:ext cx="5637900" cy="563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0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-2503250" y="2898225"/>
            <a:ext cx="6317600" cy="6317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4" name="Google Shape;134;p20"/>
          <p:cNvCxnSpPr/>
          <p:nvPr/>
        </p:nvCxnSpPr>
        <p:spPr>
          <a:xfrm>
            <a:off x="702000" y="4863650"/>
            <a:ext cx="844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" name="Google Shape;135;p20"/>
          <p:cNvSpPr txBox="1"/>
          <p:nvPr>
            <p:ph type="title"/>
          </p:nvPr>
        </p:nvSpPr>
        <p:spPr>
          <a:xfrm>
            <a:off x="1291725" y="1637550"/>
            <a:ext cx="29850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6" name="Google Shape;136;p20"/>
          <p:cNvSpPr txBox="1"/>
          <p:nvPr>
            <p:ph idx="1" type="subTitle"/>
          </p:nvPr>
        </p:nvSpPr>
        <p:spPr>
          <a:xfrm>
            <a:off x="1291725" y="2700750"/>
            <a:ext cx="29850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1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3689722" y="2121078"/>
            <a:ext cx="6109425" cy="610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1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7724135" y="257560"/>
            <a:ext cx="3960065" cy="39600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0" name="Google Shape;140;p21"/>
          <p:cNvCxnSpPr/>
          <p:nvPr/>
        </p:nvCxnSpPr>
        <p:spPr>
          <a:xfrm>
            <a:off x="8768025" y="558100"/>
            <a:ext cx="0" cy="459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" name="Google Shape;141;p21"/>
          <p:cNvSpPr txBox="1"/>
          <p:nvPr>
            <p:ph type="title"/>
          </p:nvPr>
        </p:nvSpPr>
        <p:spPr>
          <a:xfrm>
            <a:off x="4865999" y="1501200"/>
            <a:ext cx="2994000" cy="10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2" name="Google Shape;142;p21"/>
          <p:cNvSpPr txBox="1"/>
          <p:nvPr>
            <p:ph idx="1" type="subTitle"/>
          </p:nvPr>
        </p:nvSpPr>
        <p:spPr>
          <a:xfrm>
            <a:off x="4866150" y="2562000"/>
            <a:ext cx="2994000" cy="7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SECTION_TITLE_AND_DESCRIPTION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2"/>
          <p:cNvPicPr preferRelativeResize="0"/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-2318300" y="2764450"/>
            <a:ext cx="6088050" cy="608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2"/>
          <p:cNvPicPr preferRelativeResize="0"/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146200" y="-2336050"/>
            <a:ext cx="4119075" cy="41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2"/>
          <p:cNvPicPr preferRelativeResize="0"/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7746950" y="1488975"/>
            <a:ext cx="3374675" cy="337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2"/>
          <p:cNvPicPr preferRelativeResize="0"/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2720834" y="-2871475"/>
            <a:ext cx="4119075" cy="41191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" name="Google Shape;148;p22"/>
          <p:cNvCxnSpPr/>
          <p:nvPr/>
        </p:nvCxnSpPr>
        <p:spPr>
          <a:xfrm>
            <a:off x="356225" y="558100"/>
            <a:ext cx="0" cy="459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22"/>
          <p:cNvCxnSpPr/>
          <p:nvPr/>
        </p:nvCxnSpPr>
        <p:spPr>
          <a:xfrm>
            <a:off x="702000" y="4863650"/>
            <a:ext cx="844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" name="Google Shape;150;p22"/>
          <p:cNvSpPr txBox="1"/>
          <p:nvPr>
            <p:ph idx="1" type="subTitle"/>
          </p:nvPr>
        </p:nvSpPr>
        <p:spPr>
          <a:xfrm>
            <a:off x="1722750" y="2208638"/>
            <a:ext cx="5698500" cy="11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0"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1" name="Google Shape;151;p22"/>
          <p:cNvSpPr txBox="1"/>
          <p:nvPr>
            <p:ph type="title"/>
          </p:nvPr>
        </p:nvSpPr>
        <p:spPr>
          <a:xfrm>
            <a:off x="1722750" y="1738450"/>
            <a:ext cx="5698500" cy="5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4" name="Google Shape;154;p23"/>
          <p:cNvSpPr txBox="1"/>
          <p:nvPr>
            <p:ph idx="1" type="body"/>
          </p:nvPr>
        </p:nvSpPr>
        <p:spPr>
          <a:xfrm>
            <a:off x="720000" y="1112023"/>
            <a:ext cx="7704000" cy="20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584078"/>
              </a:buClr>
              <a:buSzPts val="1400"/>
              <a:buFont typeface="Assistan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3"/>
              </a:buClr>
              <a:buSzPts val="1400"/>
              <a:buFont typeface="Assistan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3"/>
              </a:buClr>
              <a:buSzPts val="1400"/>
              <a:buFont typeface="Assistan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3"/>
              </a:buClr>
              <a:buSzPts val="1400"/>
              <a:buFont typeface="Assistan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3"/>
              </a:buClr>
              <a:buSzPts val="1400"/>
              <a:buFont typeface="Assistan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3"/>
              </a:buClr>
              <a:buSzPts val="1400"/>
              <a:buFont typeface="Assistan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3"/>
              </a:buClr>
              <a:buSzPts val="1400"/>
              <a:buFont typeface="Assistan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3"/>
              </a:buClr>
              <a:buSzPts val="1400"/>
              <a:buFont typeface="Assistan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3"/>
              </a:buClr>
              <a:buSzPts val="1400"/>
              <a:buFont typeface="Assistant"/>
              <a:buChar char="■"/>
              <a:defRPr/>
            </a:lvl9pPr>
          </a:lstStyle>
          <a:p/>
        </p:txBody>
      </p:sp>
      <p:cxnSp>
        <p:nvCxnSpPr>
          <p:cNvPr id="155" name="Google Shape;155;p23"/>
          <p:cNvCxnSpPr/>
          <p:nvPr/>
        </p:nvCxnSpPr>
        <p:spPr>
          <a:xfrm>
            <a:off x="713225" y="4863650"/>
            <a:ext cx="844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6" name="Google Shape;156;p23"/>
          <p:cNvPicPr preferRelativeResize="0"/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-1874575" y="3190775"/>
            <a:ext cx="2967300" cy="296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3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7648001" y="-378825"/>
            <a:ext cx="4019500" cy="401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9" name="Google Shape;159;p24"/>
          <p:cNvCxnSpPr/>
          <p:nvPr/>
        </p:nvCxnSpPr>
        <p:spPr>
          <a:xfrm>
            <a:off x="356225" y="558100"/>
            <a:ext cx="0" cy="459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0" name="Google Shape;160;p24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6819700" y="2534825"/>
            <a:ext cx="4402400" cy="440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2" name="Google Shape;162;p24"/>
          <p:cNvSpPr txBox="1"/>
          <p:nvPr>
            <p:ph idx="1" type="subTitle"/>
          </p:nvPr>
        </p:nvSpPr>
        <p:spPr>
          <a:xfrm>
            <a:off x="5012625" y="2534825"/>
            <a:ext cx="2460900" cy="14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3" name="Google Shape;163;p24"/>
          <p:cNvSpPr txBox="1"/>
          <p:nvPr>
            <p:ph idx="2" type="subTitle"/>
          </p:nvPr>
        </p:nvSpPr>
        <p:spPr>
          <a:xfrm>
            <a:off x="1670450" y="2534825"/>
            <a:ext cx="2460900" cy="14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4" name="Google Shape;164;p24"/>
          <p:cNvSpPr txBox="1"/>
          <p:nvPr>
            <p:ph idx="3" type="subTitle"/>
          </p:nvPr>
        </p:nvSpPr>
        <p:spPr>
          <a:xfrm>
            <a:off x="1670451" y="2102800"/>
            <a:ext cx="24609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2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5" name="Google Shape;165;p24"/>
          <p:cNvSpPr txBox="1"/>
          <p:nvPr>
            <p:ph idx="4" type="subTitle"/>
          </p:nvPr>
        </p:nvSpPr>
        <p:spPr>
          <a:xfrm>
            <a:off x="5012649" y="2102800"/>
            <a:ext cx="24609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2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5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7476411" y="-133800"/>
            <a:ext cx="4737800" cy="4737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8" name="Google Shape;168;p25"/>
          <p:cNvCxnSpPr/>
          <p:nvPr/>
        </p:nvCxnSpPr>
        <p:spPr>
          <a:xfrm>
            <a:off x="8790075" y="558100"/>
            <a:ext cx="0" cy="459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9" name="Google Shape;169;p25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-2419881" y="2651936"/>
            <a:ext cx="4619750" cy="461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1" name="Google Shape;171;p25"/>
          <p:cNvSpPr txBox="1"/>
          <p:nvPr>
            <p:ph idx="1" type="subTitle"/>
          </p:nvPr>
        </p:nvSpPr>
        <p:spPr>
          <a:xfrm>
            <a:off x="4933940" y="1810250"/>
            <a:ext cx="2928600" cy="20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2" name="Google Shape;172;p25"/>
          <p:cNvSpPr txBox="1"/>
          <p:nvPr>
            <p:ph idx="2" type="subTitle"/>
          </p:nvPr>
        </p:nvSpPr>
        <p:spPr>
          <a:xfrm>
            <a:off x="1281450" y="1810250"/>
            <a:ext cx="2928600" cy="20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TWO_COLUMNS_2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4" name="Google Shape;174;p26"/>
          <p:cNvCxnSpPr/>
          <p:nvPr/>
        </p:nvCxnSpPr>
        <p:spPr>
          <a:xfrm rot="10800000">
            <a:off x="713225" y="4863650"/>
            <a:ext cx="844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5" name="Google Shape;175;p26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2206104" y="871655"/>
            <a:ext cx="3200775" cy="3200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26"/>
          <p:cNvSpPr txBox="1"/>
          <p:nvPr>
            <p:ph idx="1" type="subTitle"/>
          </p:nvPr>
        </p:nvSpPr>
        <p:spPr>
          <a:xfrm>
            <a:off x="5055275" y="2362375"/>
            <a:ext cx="2505600" cy="20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51200"/>
              </a:buClr>
              <a:buSzPts val="1400"/>
              <a:buFont typeface="Actor"/>
              <a:buChar char="●"/>
              <a:defRPr b="0">
                <a:latin typeface="Assistant"/>
                <a:ea typeface="Assistant"/>
                <a:cs typeface="Assistant"/>
                <a:sym typeface="Assistan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1200"/>
              </a:buClr>
              <a:buSzPts val="1400"/>
              <a:buFont typeface="Actor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1200"/>
              </a:buClr>
              <a:buSzPts val="1400"/>
              <a:buFont typeface="Actor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1200"/>
              </a:buClr>
              <a:buSzPts val="1400"/>
              <a:buFont typeface="Actor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1200"/>
              </a:buClr>
              <a:buSzPts val="1400"/>
              <a:buFont typeface="Actor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1200"/>
              </a:buClr>
              <a:buSzPts val="1400"/>
              <a:buFont typeface="Actor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1200"/>
              </a:buClr>
              <a:buSzPts val="1400"/>
              <a:buFont typeface="Actor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1200"/>
              </a:buClr>
              <a:buSzPts val="1400"/>
              <a:buFont typeface="Actor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1200"/>
              </a:buClr>
              <a:buSzPts val="1400"/>
              <a:buFont typeface="Actor"/>
              <a:buChar char="■"/>
              <a:defRPr sz="2800"/>
            </a:lvl9pPr>
          </a:lstStyle>
          <a:p/>
        </p:txBody>
      </p:sp>
      <p:sp>
        <p:nvSpPr>
          <p:cNvPr id="178" name="Google Shape;178;p26"/>
          <p:cNvSpPr txBox="1"/>
          <p:nvPr>
            <p:ph idx="2" type="subTitle"/>
          </p:nvPr>
        </p:nvSpPr>
        <p:spPr>
          <a:xfrm>
            <a:off x="1583300" y="2362375"/>
            <a:ext cx="2505600" cy="20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51200"/>
              </a:buClr>
              <a:buSzPts val="1400"/>
              <a:buFont typeface="Actor"/>
              <a:buChar char="●"/>
              <a:defRPr b="0">
                <a:latin typeface="Assistant"/>
                <a:ea typeface="Assistant"/>
                <a:cs typeface="Assistant"/>
                <a:sym typeface="Assistan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1200"/>
              </a:buClr>
              <a:buSzPts val="1400"/>
              <a:buFont typeface="Actor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1200"/>
              </a:buClr>
              <a:buSzPts val="1400"/>
              <a:buFont typeface="Actor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1200"/>
              </a:buClr>
              <a:buSzPts val="1400"/>
              <a:buFont typeface="Actor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1200"/>
              </a:buClr>
              <a:buSzPts val="1400"/>
              <a:buFont typeface="Actor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1200"/>
              </a:buClr>
              <a:buSzPts val="1400"/>
              <a:buFont typeface="Actor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1200"/>
              </a:buClr>
              <a:buSzPts val="1400"/>
              <a:buFont typeface="Actor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1200"/>
              </a:buClr>
              <a:buSzPts val="1400"/>
              <a:buFont typeface="Actor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1200"/>
              </a:buClr>
              <a:buSzPts val="1400"/>
              <a:buFont typeface="Actor"/>
              <a:buChar char="■"/>
              <a:defRPr sz="2800"/>
            </a:lvl9pPr>
          </a:lstStyle>
          <a:p/>
        </p:txBody>
      </p:sp>
      <p:sp>
        <p:nvSpPr>
          <p:cNvPr id="179" name="Google Shape;179;p26"/>
          <p:cNvSpPr txBox="1"/>
          <p:nvPr>
            <p:ph idx="3" type="subTitle"/>
          </p:nvPr>
        </p:nvSpPr>
        <p:spPr>
          <a:xfrm>
            <a:off x="5055275" y="191897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80" name="Google Shape;180;p26"/>
          <p:cNvSpPr txBox="1"/>
          <p:nvPr>
            <p:ph idx="4" type="subTitle"/>
          </p:nvPr>
        </p:nvSpPr>
        <p:spPr>
          <a:xfrm>
            <a:off x="1583075" y="191897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2" name="Google Shape;182;p27"/>
          <p:cNvCxnSpPr/>
          <p:nvPr/>
        </p:nvCxnSpPr>
        <p:spPr>
          <a:xfrm>
            <a:off x="8769950" y="558100"/>
            <a:ext cx="0" cy="459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27"/>
          <p:cNvCxnSpPr/>
          <p:nvPr/>
        </p:nvCxnSpPr>
        <p:spPr>
          <a:xfrm rot="10800000">
            <a:off x="-17825" y="4863650"/>
            <a:ext cx="844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4" name="Google Shape;184;p27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 rot="958769">
            <a:off x="7256768" y="3090194"/>
            <a:ext cx="3546911" cy="354691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6" name="Google Shape;186;p27"/>
          <p:cNvSpPr txBox="1"/>
          <p:nvPr>
            <p:ph idx="1" type="subTitle"/>
          </p:nvPr>
        </p:nvSpPr>
        <p:spPr>
          <a:xfrm>
            <a:off x="1438275" y="1655957"/>
            <a:ext cx="4454400" cy="4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7" name="Google Shape;187;p27"/>
          <p:cNvSpPr txBox="1"/>
          <p:nvPr>
            <p:ph idx="2" type="subTitle"/>
          </p:nvPr>
        </p:nvSpPr>
        <p:spPr>
          <a:xfrm>
            <a:off x="1438275" y="4079602"/>
            <a:ext cx="4454400" cy="4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8" name="Google Shape;188;p27"/>
          <p:cNvSpPr txBox="1"/>
          <p:nvPr>
            <p:ph idx="3" type="subTitle"/>
          </p:nvPr>
        </p:nvSpPr>
        <p:spPr>
          <a:xfrm>
            <a:off x="3251328" y="2867779"/>
            <a:ext cx="4454400" cy="4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9" name="Google Shape;189;p27"/>
          <p:cNvSpPr txBox="1"/>
          <p:nvPr>
            <p:ph idx="4" type="subTitle"/>
          </p:nvPr>
        </p:nvSpPr>
        <p:spPr>
          <a:xfrm>
            <a:off x="1438275" y="1327675"/>
            <a:ext cx="4454400" cy="46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0" name="Google Shape;190;p27"/>
          <p:cNvSpPr txBox="1"/>
          <p:nvPr>
            <p:ph idx="5" type="subTitle"/>
          </p:nvPr>
        </p:nvSpPr>
        <p:spPr>
          <a:xfrm>
            <a:off x="1438275" y="3751324"/>
            <a:ext cx="4454400" cy="46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27"/>
          <p:cNvSpPr txBox="1"/>
          <p:nvPr>
            <p:ph idx="6" type="subTitle"/>
          </p:nvPr>
        </p:nvSpPr>
        <p:spPr>
          <a:xfrm>
            <a:off x="3251325" y="2539500"/>
            <a:ext cx="4454400" cy="46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3" name="Google Shape;193;p28"/>
          <p:cNvCxnSpPr/>
          <p:nvPr/>
        </p:nvCxnSpPr>
        <p:spPr>
          <a:xfrm>
            <a:off x="8790075" y="558100"/>
            <a:ext cx="0" cy="459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4" name="Google Shape;194;p28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-2498500">
            <a:off x="-1773491" y="3199310"/>
            <a:ext cx="3924181" cy="392418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6" name="Google Shape;196;p28"/>
          <p:cNvSpPr txBox="1"/>
          <p:nvPr>
            <p:ph idx="1" type="subTitle"/>
          </p:nvPr>
        </p:nvSpPr>
        <p:spPr>
          <a:xfrm>
            <a:off x="844800" y="2538451"/>
            <a:ext cx="2211900" cy="12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7" name="Google Shape;197;p28"/>
          <p:cNvSpPr txBox="1"/>
          <p:nvPr>
            <p:ph idx="2" type="subTitle"/>
          </p:nvPr>
        </p:nvSpPr>
        <p:spPr>
          <a:xfrm>
            <a:off x="3450550" y="2538451"/>
            <a:ext cx="2211900" cy="12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8" name="Google Shape;198;p28"/>
          <p:cNvSpPr txBox="1"/>
          <p:nvPr>
            <p:ph idx="3" type="subTitle"/>
          </p:nvPr>
        </p:nvSpPr>
        <p:spPr>
          <a:xfrm>
            <a:off x="6047375" y="2538450"/>
            <a:ext cx="2211900" cy="12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9" name="Google Shape;199;p28"/>
          <p:cNvSpPr txBox="1"/>
          <p:nvPr>
            <p:ph idx="4" type="subTitle"/>
          </p:nvPr>
        </p:nvSpPr>
        <p:spPr>
          <a:xfrm>
            <a:off x="844800" y="2247425"/>
            <a:ext cx="2211900" cy="4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2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0" name="Google Shape;200;p28"/>
          <p:cNvSpPr txBox="1"/>
          <p:nvPr>
            <p:ph idx="5" type="subTitle"/>
          </p:nvPr>
        </p:nvSpPr>
        <p:spPr>
          <a:xfrm>
            <a:off x="3450553" y="2247425"/>
            <a:ext cx="2211900" cy="4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2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1" name="Google Shape;201;p28"/>
          <p:cNvSpPr txBox="1"/>
          <p:nvPr>
            <p:ph idx="6" type="subTitle"/>
          </p:nvPr>
        </p:nvSpPr>
        <p:spPr>
          <a:xfrm>
            <a:off x="6047375" y="2247425"/>
            <a:ext cx="2211900" cy="4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2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3" name="Google Shape;203;p29"/>
          <p:cNvCxnSpPr/>
          <p:nvPr/>
        </p:nvCxnSpPr>
        <p:spPr>
          <a:xfrm>
            <a:off x="702000" y="4863650"/>
            <a:ext cx="844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04" name="Google Shape;204;p29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1819675" y="488325"/>
            <a:ext cx="3207950" cy="320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9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8274250" y="3231450"/>
            <a:ext cx="1878100" cy="187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7" name="Google Shape;207;p29"/>
          <p:cNvSpPr txBox="1"/>
          <p:nvPr>
            <p:ph idx="1" type="subTitle"/>
          </p:nvPr>
        </p:nvSpPr>
        <p:spPr>
          <a:xfrm>
            <a:off x="1388275" y="1909099"/>
            <a:ext cx="26967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8" name="Google Shape;208;p29"/>
          <p:cNvSpPr txBox="1"/>
          <p:nvPr>
            <p:ph idx="2" type="subTitle"/>
          </p:nvPr>
        </p:nvSpPr>
        <p:spPr>
          <a:xfrm>
            <a:off x="5059022" y="1909099"/>
            <a:ext cx="26967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9" name="Google Shape;209;p29"/>
          <p:cNvSpPr txBox="1"/>
          <p:nvPr>
            <p:ph idx="3" type="subTitle"/>
          </p:nvPr>
        </p:nvSpPr>
        <p:spPr>
          <a:xfrm>
            <a:off x="1388275" y="3737000"/>
            <a:ext cx="26967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0" name="Google Shape;210;p29"/>
          <p:cNvSpPr txBox="1"/>
          <p:nvPr>
            <p:ph idx="4" type="subTitle"/>
          </p:nvPr>
        </p:nvSpPr>
        <p:spPr>
          <a:xfrm>
            <a:off x="5059022" y="3737000"/>
            <a:ext cx="26967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1" name="Google Shape;211;p29"/>
          <p:cNvSpPr txBox="1"/>
          <p:nvPr>
            <p:ph idx="5" type="subTitle"/>
          </p:nvPr>
        </p:nvSpPr>
        <p:spPr>
          <a:xfrm>
            <a:off x="1388275" y="1673238"/>
            <a:ext cx="26967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2" name="Google Shape;212;p29"/>
          <p:cNvSpPr txBox="1"/>
          <p:nvPr>
            <p:ph idx="6" type="subTitle"/>
          </p:nvPr>
        </p:nvSpPr>
        <p:spPr>
          <a:xfrm>
            <a:off x="1388275" y="3501225"/>
            <a:ext cx="26967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29"/>
          <p:cNvSpPr txBox="1"/>
          <p:nvPr>
            <p:ph idx="7" type="subTitle"/>
          </p:nvPr>
        </p:nvSpPr>
        <p:spPr>
          <a:xfrm>
            <a:off x="5058992" y="1673238"/>
            <a:ext cx="26967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29"/>
          <p:cNvSpPr txBox="1"/>
          <p:nvPr>
            <p:ph idx="8" type="subTitle"/>
          </p:nvPr>
        </p:nvSpPr>
        <p:spPr>
          <a:xfrm>
            <a:off x="5058992" y="3501225"/>
            <a:ext cx="26967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 ">
  <p:cSld name="CUSTOM_12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6" name="Google Shape;216;p30"/>
          <p:cNvCxnSpPr/>
          <p:nvPr/>
        </p:nvCxnSpPr>
        <p:spPr>
          <a:xfrm>
            <a:off x="8790075" y="558100"/>
            <a:ext cx="0" cy="459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17" name="Google Shape;217;p30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1588650" y="3411950"/>
            <a:ext cx="3103125" cy="310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0"/>
          <p:cNvSpPr txBox="1"/>
          <p:nvPr>
            <p:ph idx="1" type="subTitle"/>
          </p:nvPr>
        </p:nvSpPr>
        <p:spPr>
          <a:xfrm>
            <a:off x="1148800" y="1974350"/>
            <a:ext cx="2073000" cy="3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200"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19" name="Google Shape;219;p30"/>
          <p:cNvSpPr txBox="1"/>
          <p:nvPr>
            <p:ph idx="2" type="subTitle"/>
          </p:nvPr>
        </p:nvSpPr>
        <p:spPr>
          <a:xfrm>
            <a:off x="1148850" y="2232125"/>
            <a:ext cx="2073000" cy="5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0" name="Google Shape;220;p30"/>
          <p:cNvSpPr txBox="1"/>
          <p:nvPr>
            <p:ph idx="3" type="subTitle"/>
          </p:nvPr>
        </p:nvSpPr>
        <p:spPr>
          <a:xfrm>
            <a:off x="2342125" y="3766998"/>
            <a:ext cx="2073000" cy="3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200"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21" name="Google Shape;221;p30"/>
          <p:cNvSpPr txBox="1"/>
          <p:nvPr>
            <p:ph idx="4" type="subTitle"/>
          </p:nvPr>
        </p:nvSpPr>
        <p:spPr>
          <a:xfrm>
            <a:off x="2342175" y="4056071"/>
            <a:ext cx="2073000" cy="5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2" name="Google Shape;222;p30"/>
          <p:cNvSpPr txBox="1"/>
          <p:nvPr>
            <p:ph idx="5" type="subTitle"/>
          </p:nvPr>
        </p:nvSpPr>
        <p:spPr>
          <a:xfrm>
            <a:off x="3535450" y="1974350"/>
            <a:ext cx="2073000" cy="3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200"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23" name="Google Shape;223;p30"/>
          <p:cNvSpPr txBox="1"/>
          <p:nvPr>
            <p:ph idx="6" type="subTitle"/>
          </p:nvPr>
        </p:nvSpPr>
        <p:spPr>
          <a:xfrm>
            <a:off x="3535500" y="2232125"/>
            <a:ext cx="2073000" cy="5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4" name="Google Shape;224;p30"/>
          <p:cNvSpPr txBox="1"/>
          <p:nvPr>
            <p:ph idx="7" type="subTitle"/>
          </p:nvPr>
        </p:nvSpPr>
        <p:spPr>
          <a:xfrm>
            <a:off x="5922100" y="1974350"/>
            <a:ext cx="2073000" cy="3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200"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25" name="Google Shape;225;p30"/>
          <p:cNvSpPr txBox="1"/>
          <p:nvPr>
            <p:ph idx="8" type="subTitle"/>
          </p:nvPr>
        </p:nvSpPr>
        <p:spPr>
          <a:xfrm>
            <a:off x="5922150" y="2232125"/>
            <a:ext cx="2073000" cy="5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6" name="Google Shape;226;p30"/>
          <p:cNvSpPr txBox="1"/>
          <p:nvPr>
            <p:ph idx="9" type="subTitle"/>
          </p:nvPr>
        </p:nvSpPr>
        <p:spPr>
          <a:xfrm>
            <a:off x="4728775" y="3766998"/>
            <a:ext cx="2073000" cy="3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200"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Sora SemiBold"/>
              <a:buNone/>
              <a:defRPr sz="2400"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27" name="Google Shape;227;p30"/>
          <p:cNvSpPr txBox="1"/>
          <p:nvPr>
            <p:ph idx="13" type="subTitle"/>
          </p:nvPr>
        </p:nvSpPr>
        <p:spPr>
          <a:xfrm>
            <a:off x="4728825" y="4056071"/>
            <a:ext cx="2073000" cy="5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8" name="Google Shape;228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1" name="Google Shape;231;p31"/>
          <p:cNvSpPr txBox="1"/>
          <p:nvPr>
            <p:ph idx="1" type="subTitle"/>
          </p:nvPr>
        </p:nvSpPr>
        <p:spPr>
          <a:xfrm>
            <a:off x="720000" y="1906674"/>
            <a:ext cx="2181600" cy="8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2" name="Google Shape;232;p31"/>
          <p:cNvSpPr txBox="1"/>
          <p:nvPr>
            <p:ph idx="2" type="subTitle"/>
          </p:nvPr>
        </p:nvSpPr>
        <p:spPr>
          <a:xfrm>
            <a:off x="3579000" y="1906674"/>
            <a:ext cx="2190000" cy="8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3" name="Google Shape;233;p31"/>
          <p:cNvSpPr txBox="1"/>
          <p:nvPr>
            <p:ph idx="3" type="subTitle"/>
          </p:nvPr>
        </p:nvSpPr>
        <p:spPr>
          <a:xfrm>
            <a:off x="720000" y="3731475"/>
            <a:ext cx="2181600" cy="8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4" name="Google Shape;234;p31"/>
          <p:cNvSpPr txBox="1"/>
          <p:nvPr>
            <p:ph idx="4" type="subTitle"/>
          </p:nvPr>
        </p:nvSpPr>
        <p:spPr>
          <a:xfrm>
            <a:off x="3579000" y="3731475"/>
            <a:ext cx="2190000" cy="8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5" name="Google Shape;235;p31"/>
          <p:cNvSpPr txBox="1"/>
          <p:nvPr>
            <p:ph idx="5" type="subTitle"/>
          </p:nvPr>
        </p:nvSpPr>
        <p:spPr>
          <a:xfrm>
            <a:off x="6438000" y="1906674"/>
            <a:ext cx="2190000" cy="8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6" name="Google Shape;236;p31"/>
          <p:cNvSpPr txBox="1"/>
          <p:nvPr>
            <p:ph idx="6" type="subTitle"/>
          </p:nvPr>
        </p:nvSpPr>
        <p:spPr>
          <a:xfrm>
            <a:off x="6438000" y="3731475"/>
            <a:ext cx="2190000" cy="8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7" name="Google Shape;237;p31"/>
          <p:cNvSpPr txBox="1"/>
          <p:nvPr>
            <p:ph idx="7" type="subTitle"/>
          </p:nvPr>
        </p:nvSpPr>
        <p:spPr>
          <a:xfrm>
            <a:off x="724290" y="1668700"/>
            <a:ext cx="2173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8" name="Google Shape;238;p31"/>
          <p:cNvSpPr txBox="1"/>
          <p:nvPr>
            <p:ph idx="8" type="subTitle"/>
          </p:nvPr>
        </p:nvSpPr>
        <p:spPr>
          <a:xfrm>
            <a:off x="3583303" y="1668700"/>
            <a:ext cx="21816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9" name="Google Shape;239;p31"/>
          <p:cNvSpPr txBox="1"/>
          <p:nvPr>
            <p:ph idx="9" type="subTitle"/>
          </p:nvPr>
        </p:nvSpPr>
        <p:spPr>
          <a:xfrm>
            <a:off x="6442298" y="1668700"/>
            <a:ext cx="21816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31"/>
          <p:cNvSpPr txBox="1"/>
          <p:nvPr>
            <p:ph idx="13" type="subTitle"/>
          </p:nvPr>
        </p:nvSpPr>
        <p:spPr>
          <a:xfrm>
            <a:off x="724290" y="3493477"/>
            <a:ext cx="2173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1" name="Google Shape;241;p31"/>
          <p:cNvSpPr txBox="1"/>
          <p:nvPr>
            <p:ph idx="14" type="subTitle"/>
          </p:nvPr>
        </p:nvSpPr>
        <p:spPr>
          <a:xfrm>
            <a:off x="3583303" y="3493477"/>
            <a:ext cx="21816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2" name="Google Shape;242;p31"/>
          <p:cNvSpPr txBox="1"/>
          <p:nvPr>
            <p:ph idx="15" type="subTitle"/>
          </p:nvPr>
        </p:nvSpPr>
        <p:spPr>
          <a:xfrm>
            <a:off x="6442298" y="3493477"/>
            <a:ext cx="21816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pic>
        <p:nvPicPr>
          <p:cNvPr id="243" name="Google Shape;243;p31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1539128" y="4081775"/>
            <a:ext cx="3013950" cy="3013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4" name="Google Shape;244;p31"/>
          <p:cNvCxnSpPr/>
          <p:nvPr/>
        </p:nvCxnSpPr>
        <p:spPr>
          <a:xfrm>
            <a:off x="356225" y="558100"/>
            <a:ext cx="0" cy="459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32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-1986275" y="1790775"/>
            <a:ext cx="4222800" cy="422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2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6840364" y="-53511"/>
            <a:ext cx="4482275" cy="4482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8" name="Google Shape;248;p32"/>
          <p:cNvCxnSpPr/>
          <p:nvPr/>
        </p:nvCxnSpPr>
        <p:spPr>
          <a:xfrm rot="10800000">
            <a:off x="-19750" y="4863650"/>
            <a:ext cx="844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" name="Google Shape;249;p32"/>
          <p:cNvSpPr txBox="1"/>
          <p:nvPr>
            <p:ph hasCustomPrompt="1" type="title"/>
          </p:nvPr>
        </p:nvSpPr>
        <p:spPr>
          <a:xfrm>
            <a:off x="1851150" y="552100"/>
            <a:ext cx="54417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t>xx%</a:t>
            </a:r>
          </a:p>
        </p:txBody>
      </p:sp>
      <p:sp>
        <p:nvSpPr>
          <p:cNvPr id="250" name="Google Shape;250;p32"/>
          <p:cNvSpPr txBox="1"/>
          <p:nvPr>
            <p:ph idx="1" type="subTitle"/>
          </p:nvPr>
        </p:nvSpPr>
        <p:spPr>
          <a:xfrm>
            <a:off x="1851150" y="1288066"/>
            <a:ext cx="5441700" cy="43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ssistant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  <p:sp>
        <p:nvSpPr>
          <p:cNvPr id="251" name="Google Shape;251;p32"/>
          <p:cNvSpPr txBox="1"/>
          <p:nvPr>
            <p:ph hasCustomPrompt="1" idx="2" type="title"/>
          </p:nvPr>
        </p:nvSpPr>
        <p:spPr>
          <a:xfrm>
            <a:off x="1851150" y="1991211"/>
            <a:ext cx="54417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t>xx%</a:t>
            </a:r>
          </a:p>
        </p:txBody>
      </p:sp>
      <p:sp>
        <p:nvSpPr>
          <p:cNvPr id="252" name="Google Shape;252;p32"/>
          <p:cNvSpPr txBox="1"/>
          <p:nvPr>
            <p:ph idx="3" type="subTitle"/>
          </p:nvPr>
        </p:nvSpPr>
        <p:spPr>
          <a:xfrm>
            <a:off x="1851150" y="2727173"/>
            <a:ext cx="5441700" cy="43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ssistant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  <p:sp>
        <p:nvSpPr>
          <p:cNvPr id="253" name="Google Shape;253;p32"/>
          <p:cNvSpPr txBox="1"/>
          <p:nvPr>
            <p:ph hasCustomPrompt="1" idx="4" type="title"/>
          </p:nvPr>
        </p:nvSpPr>
        <p:spPr>
          <a:xfrm>
            <a:off x="1851150" y="3430323"/>
            <a:ext cx="54417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t>xx%</a:t>
            </a:r>
          </a:p>
        </p:txBody>
      </p:sp>
      <p:sp>
        <p:nvSpPr>
          <p:cNvPr id="254" name="Google Shape;254;p32"/>
          <p:cNvSpPr txBox="1"/>
          <p:nvPr>
            <p:ph idx="5" type="subTitle"/>
          </p:nvPr>
        </p:nvSpPr>
        <p:spPr>
          <a:xfrm>
            <a:off x="1851150" y="4166298"/>
            <a:ext cx="5441700" cy="43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ssistant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33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-2700000">
            <a:off x="7397686" y="898763"/>
            <a:ext cx="3936075" cy="393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3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-1616618" y="381350"/>
            <a:ext cx="4217000" cy="4217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8" name="Google Shape;258;p33"/>
          <p:cNvCxnSpPr/>
          <p:nvPr/>
        </p:nvCxnSpPr>
        <p:spPr>
          <a:xfrm rot="10800000">
            <a:off x="719975" y="558000"/>
            <a:ext cx="0" cy="4617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" name="Google Shape;259;p33"/>
          <p:cNvCxnSpPr/>
          <p:nvPr/>
        </p:nvCxnSpPr>
        <p:spPr>
          <a:xfrm rot="10800000">
            <a:off x="8430775" y="558000"/>
            <a:ext cx="0" cy="4617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60" name="Google Shape;260;p33"/>
          <p:cNvPicPr preferRelativeResize="0"/>
          <p:nvPr/>
        </p:nvPicPr>
        <p:blipFill>
          <a:blip r:embed="rId4">
            <a:alphaModFix amt="6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3"/>
          <p:cNvPicPr preferRelativeResize="0"/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>
            <a:off x="-1095700" y="227500"/>
            <a:ext cx="2918450" cy="291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3"/>
          <p:cNvPicPr preferRelativeResize="0"/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6537950" y="1913025"/>
            <a:ext cx="4050600" cy="405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3"/>
          <p:cNvSpPr txBox="1"/>
          <p:nvPr>
            <p:ph type="title"/>
          </p:nvPr>
        </p:nvSpPr>
        <p:spPr>
          <a:xfrm>
            <a:off x="2099100" y="677525"/>
            <a:ext cx="49458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4" name="Google Shape;264;p33"/>
          <p:cNvSpPr txBox="1"/>
          <p:nvPr>
            <p:ph idx="1" type="subTitle"/>
          </p:nvPr>
        </p:nvSpPr>
        <p:spPr>
          <a:xfrm>
            <a:off x="2099100" y="1841125"/>
            <a:ext cx="49458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5" name="Google Shape;265;p33"/>
          <p:cNvSpPr txBox="1"/>
          <p:nvPr/>
        </p:nvSpPr>
        <p:spPr>
          <a:xfrm>
            <a:off x="2099100" y="3616525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CREDITS: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Assistant"/>
                <a:ea typeface="Assistant"/>
                <a:cs typeface="Assistant"/>
                <a:sym typeface="Assistant"/>
                <a:hlinkClick r:id="rId7"/>
              </a:rPr>
              <a:t>Slidesgo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endParaRPr b="1" sz="1200" u="sng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34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-1095700" y="227500"/>
            <a:ext cx="2918450" cy="291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4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-438350" y="1150250"/>
            <a:ext cx="4050600" cy="405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35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-2498493">
            <a:off x="5450054" y="1703144"/>
            <a:ext cx="5026767" cy="5026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5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3712282" y="2426025"/>
            <a:ext cx="4217000" cy="421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 SemiBold"/>
              <a:buNone/>
              <a:defRPr sz="30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Medium"/>
              <a:buChar char="●"/>
              <a:defRPr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Medium"/>
              <a:buChar char="○"/>
              <a:defRPr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Medium"/>
              <a:buChar char="■"/>
              <a:defRPr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Medium"/>
              <a:buChar char="●"/>
              <a:defRPr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Medium"/>
              <a:buChar char="○"/>
              <a:defRPr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Medium"/>
              <a:buChar char="■"/>
              <a:defRPr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Medium"/>
              <a:buChar char="●"/>
              <a:defRPr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Medium"/>
              <a:buChar char="○"/>
              <a:defRPr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Medium"/>
              <a:buChar char="■"/>
              <a:defRPr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transition spd="med">
    <p:push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jpg"/><Relationship Id="rId4" Type="http://schemas.openxmlformats.org/officeDocument/2006/relationships/image" Target="../media/image1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jpg"/><Relationship Id="rId4" Type="http://schemas.openxmlformats.org/officeDocument/2006/relationships/image" Target="../media/image16.jpg"/><Relationship Id="rId5" Type="http://schemas.openxmlformats.org/officeDocument/2006/relationships/image" Target="../media/image19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6"/>
          <p:cNvSpPr txBox="1"/>
          <p:nvPr>
            <p:ph idx="4294967295" type="title"/>
          </p:nvPr>
        </p:nvSpPr>
        <p:spPr>
          <a:xfrm>
            <a:off x="904825" y="1889760"/>
            <a:ext cx="7704000" cy="11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/>
              <a:t>LOGIN  VERIFICATION</a:t>
            </a:r>
            <a:endParaRPr sz="4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37" title="WhatsApp Image 2025-09-10 at 10.24.45 PM.jpeg"/>
          <p:cNvPicPr preferRelativeResize="0"/>
          <p:nvPr/>
        </p:nvPicPr>
        <p:blipFill rotWithShape="1">
          <a:blip r:embed="rId3">
            <a:alphaModFix/>
          </a:blip>
          <a:srcRect b="10290" l="4378" r="9445" t="0"/>
          <a:stretch/>
        </p:blipFill>
        <p:spPr>
          <a:xfrm>
            <a:off x="1117400" y="488900"/>
            <a:ext cx="6909175" cy="4165700"/>
          </a:xfrm>
          <a:prstGeom prst="rect">
            <a:avLst/>
          </a:prstGeom>
          <a:noFill/>
          <a:ln>
            <a:noFill/>
          </a:ln>
          <a:effectLst>
            <a:outerShdw blurRad="342900" rotWithShape="0" algn="bl" dir="5400000" dist="20955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8"/>
          <p:cNvSpPr txBox="1"/>
          <p:nvPr/>
        </p:nvSpPr>
        <p:spPr>
          <a:xfrm>
            <a:off x="679050" y="286525"/>
            <a:ext cx="7785900" cy="43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import javax.swing.*;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import java.awt.*;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import java.awt.event.*;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public class SimpleLogin extends JFrame {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public SimpleLogin() {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setTitle("Login Page");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setSize(300, 180);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setDefaultCloseOperation(JFrame.EXIT_ON_CLOSE);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setLocationRelativeTo(null);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</a:t>
            </a:r>
            <a:r>
              <a:rPr lang="en" sz="1300">
                <a:solidFill>
                  <a:schemeClr val="dk1"/>
                </a:solidFill>
                <a:highlight>
                  <a:schemeClr val="accent3"/>
                </a:highlight>
                <a:latin typeface="Assistant Medium"/>
                <a:ea typeface="Assistant Medium"/>
                <a:cs typeface="Assistant Medium"/>
                <a:sym typeface="Assistant Medium"/>
              </a:rPr>
              <a:t> Panel with simple layout</a:t>
            </a:r>
            <a:endParaRPr sz="1300">
              <a:solidFill>
                <a:schemeClr val="dk1"/>
              </a:solidFill>
              <a:highlight>
                <a:schemeClr val="accent3"/>
              </a:highlight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JPanel panel = new JPanel();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panel.setLayout(new GridLayout(4, 2, 5, 5));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</a:t>
            </a:r>
            <a:r>
              <a:rPr lang="en" sz="1300">
                <a:solidFill>
                  <a:schemeClr val="dk1"/>
                </a:solidFill>
                <a:highlight>
                  <a:schemeClr val="accent3"/>
                </a:highlight>
                <a:latin typeface="Assistant Medium"/>
                <a:ea typeface="Assistant Medium"/>
                <a:cs typeface="Assistant Medium"/>
                <a:sym typeface="Assistant Medium"/>
              </a:rPr>
              <a:t>Username</a:t>
            </a:r>
            <a:endParaRPr sz="1300">
              <a:solidFill>
                <a:schemeClr val="dk1"/>
              </a:solidFill>
              <a:highlight>
                <a:schemeClr val="accent3"/>
              </a:highlight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panel.add(new JLabel("Username:"));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JTextField userField = new JTextField();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panel.add(userField);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287" name="Google Shape;287;p38"/>
          <p:cNvSpPr txBox="1"/>
          <p:nvPr/>
        </p:nvSpPr>
        <p:spPr>
          <a:xfrm>
            <a:off x="4895575" y="286525"/>
            <a:ext cx="3751500" cy="43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chemeClr val="accent3"/>
                </a:highlight>
                <a:latin typeface="Assistant Medium"/>
                <a:ea typeface="Assistant Medium"/>
                <a:cs typeface="Assistant Medium"/>
                <a:sym typeface="Assistant Medium"/>
              </a:rPr>
              <a:t> Password</a:t>
            </a:r>
            <a:endParaRPr sz="1300">
              <a:solidFill>
                <a:schemeClr val="dk1"/>
              </a:solidFill>
              <a:highlight>
                <a:schemeClr val="accent3"/>
              </a:highlight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panel.add(new JLabel("Password:"));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JPasswordField passField = new JPasswordField();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panel.add(passField);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</a:t>
            </a:r>
            <a:r>
              <a:rPr lang="en" sz="1300">
                <a:solidFill>
                  <a:schemeClr val="dk1"/>
                </a:solidFill>
                <a:highlight>
                  <a:schemeClr val="accent3"/>
                </a:highlight>
                <a:latin typeface="Assistant Medium"/>
                <a:ea typeface="Assistant Medium"/>
                <a:cs typeface="Assistant Medium"/>
                <a:sym typeface="Assistant Medium"/>
              </a:rPr>
              <a:t>Message label</a:t>
            </a:r>
            <a:endParaRPr sz="1300">
              <a:solidFill>
                <a:schemeClr val="dk1"/>
              </a:solidFill>
              <a:highlight>
                <a:schemeClr val="accent3"/>
              </a:highlight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JLabel message = new JLabel("", SwingConstants.CENTER);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panel.add(message);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</a:t>
            </a:r>
            <a:r>
              <a:rPr lang="en" sz="1300">
                <a:solidFill>
                  <a:schemeClr val="dk1"/>
                </a:solidFill>
                <a:highlight>
                  <a:schemeClr val="accent3"/>
                </a:highlight>
                <a:latin typeface="Assistant Medium"/>
                <a:ea typeface="Assistant Medium"/>
                <a:cs typeface="Assistant Medium"/>
                <a:sym typeface="Assistant Medium"/>
              </a:rPr>
              <a:t> Login button</a:t>
            </a:r>
            <a:endParaRPr sz="1300">
              <a:solidFill>
                <a:schemeClr val="dk1"/>
              </a:solidFill>
              <a:highlight>
                <a:schemeClr val="accent3"/>
              </a:highlight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JButton loginButton = new JButton("Login");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panel.add(loginButton);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add(panel);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cxnSp>
        <p:nvCxnSpPr>
          <p:cNvPr id="288" name="Google Shape;288;p38"/>
          <p:cNvCxnSpPr/>
          <p:nvPr/>
        </p:nvCxnSpPr>
        <p:spPr>
          <a:xfrm>
            <a:off x="4790800" y="210525"/>
            <a:ext cx="20700" cy="504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9"/>
          <p:cNvSpPr txBox="1"/>
          <p:nvPr/>
        </p:nvSpPr>
        <p:spPr>
          <a:xfrm>
            <a:off x="397350" y="277275"/>
            <a:ext cx="8349300" cy="43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</a:t>
            </a:r>
            <a:r>
              <a:rPr lang="en" sz="1300">
                <a:solidFill>
                  <a:schemeClr val="dk1"/>
                </a:solidFill>
                <a:highlight>
                  <a:schemeClr val="accent3"/>
                </a:highlight>
                <a:latin typeface="Assistant Medium"/>
                <a:ea typeface="Assistant Medium"/>
                <a:cs typeface="Assistant Medium"/>
                <a:sym typeface="Assistant Medium"/>
              </a:rPr>
              <a:t>Explicit ActionListener</a:t>
            </a:r>
            <a:endParaRPr sz="1300">
              <a:solidFill>
                <a:schemeClr val="dk1"/>
              </a:solidFill>
              <a:highlight>
                <a:schemeClr val="accent3"/>
              </a:highlight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loginButton.addActionListener(new ActionListener() {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@Override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public void actionPerformed(ActionEvent e) {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    String username = userField.getText();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    String password = new String(passField.getPassword());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    if ("admin".equals(username) &amp;&amp; "password".equals(password)) {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        message.setText(“Login successful!");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        message.setForeground(Color.GREEN);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    } else {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        message.setText(" Invalid credentials!");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        message.setForeground(Color.RED);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    }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}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});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setVisible(true);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}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public static void main(String[] args) {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SwingUtilities.invokeLater(SimpleLogin::new);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}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}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9412" y="809250"/>
            <a:ext cx="6765175" cy="3525000"/>
          </a:xfrm>
          <a:prstGeom prst="rect">
            <a:avLst/>
          </a:prstGeom>
          <a:noFill/>
          <a:ln>
            <a:noFill/>
          </a:ln>
          <a:effectLst>
            <a:outerShdw blurRad="342900" rotWithShape="0" algn="bl" dir="5400000" dist="20955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412" y="1136563"/>
            <a:ext cx="8027176" cy="2870375"/>
          </a:xfrm>
          <a:prstGeom prst="rect">
            <a:avLst/>
          </a:prstGeom>
          <a:noFill/>
          <a:ln>
            <a:noFill/>
          </a:ln>
          <a:effectLst>
            <a:outerShdw blurRad="342900" rotWithShape="0" algn="bl" dir="9000000" dist="11430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2"/>
          <p:cNvSpPr txBox="1"/>
          <p:nvPr/>
        </p:nvSpPr>
        <p:spPr>
          <a:xfrm>
            <a:off x="576750" y="296850"/>
            <a:ext cx="7990500" cy="45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import javax.swing.*;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import java.awt.event.*;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import java.sql.*;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public class SimpleLogin extends JFrame implements ActionListener {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private JTextField usernameField;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private JPasswordField passwordField;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private JButton loginButton;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</a:t>
            </a:r>
            <a:r>
              <a:rPr lang="en" sz="1200">
                <a:solidFill>
                  <a:schemeClr val="dk1"/>
                </a:solidFill>
                <a:highlight>
                  <a:schemeClr val="accent1"/>
                </a:highlight>
                <a:latin typeface="Assistant Medium"/>
                <a:ea typeface="Assistant Medium"/>
                <a:cs typeface="Assistant Medium"/>
                <a:sym typeface="Assistant Medium"/>
              </a:rPr>
              <a:t>Database credentials</a:t>
            </a:r>
            <a:endParaRPr sz="1200">
              <a:solidFill>
                <a:schemeClr val="dk1"/>
              </a:solidFill>
              <a:highlight>
                <a:schemeClr val="accent1"/>
              </a:highlight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private static final String DB_URL = "jdbc:mysql://localhost:3306/userdb";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private static final String DB_USER = "root";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private static final String DB_PASS = "helia123";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public SimpleLogin() {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setTitle("Login Page");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setSize(350, 200);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setDefaultCloseOperation(JFrame.EXIT_ON_CLOSE);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setLayout(null); // Absolute positioning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setLocationRelativeTo(null); // Center the window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</a:t>
            </a:r>
            <a:r>
              <a:rPr lang="en" sz="1200">
                <a:solidFill>
                  <a:schemeClr val="dk1"/>
                </a:solidFill>
                <a:highlight>
                  <a:schemeClr val="accent1"/>
                </a:highlight>
                <a:latin typeface="Assistant Medium"/>
                <a:ea typeface="Assistant Medium"/>
                <a:cs typeface="Assistant Medium"/>
                <a:sym typeface="Assistant Medium"/>
              </a:rPr>
              <a:t>   // Username label and field</a:t>
            </a:r>
            <a:endParaRPr sz="1200">
              <a:solidFill>
                <a:schemeClr val="dk1"/>
              </a:solidFill>
              <a:highlight>
                <a:schemeClr val="accent1"/>
              </a:highlight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JLabel userLabel = new JLabel("Username:");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userLabel.setBounds(30, 30, 80, 25);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add(userLabel);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3"/>
          <p:cNvSpPr txBox="1"/>
          <p:nvPr/>
        </p:nvSpPr>
        <p:spPr>
          <a:xfrm>
            <a:off x="202450" y="241325"/>
            <a:ext cx="5578500" cy="45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accent1"/>
                </a:highlight>
                <a:latin typeface="Assistant Medium"/>
                <a:ea typeface="Assistant Medium"/>
                <a:cs typeface="Assistant Medium"/>
                <a:sym typeface="Assistant Medium"/>
              </a:rPr>
              <a:t>Username field</a:t>
            </a:r>
            <a:endParaRPr sz="1200">
              <a:solidFill>
                <a:schemeClr val="dk1"/>
              </a:solidFill>
              <a:highlight>
                <a:schemeClr val="accent1"/>
              </a:highlight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usernameField = new JTextField();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usernameField.setBounds(120, 30, 160, 25);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add(usernameField);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accent1"/>
                </a:highlight>
                <a:latin typeface="Assistant Medium"/>
                <a:ea typeface="Assistant Medium"/>
                <a:cs typeface="Assistant Medium"/>
                <a:sym typeface="Assistant Medium"/>
              </a:rPr>
              <a:t>Password label and field</a:t>
            </a:r>
            <a:endParaRPr sz="1200">
              <a:solidFill>
                <a:schemeClr val="dk1"/>
              </a:solidFill>
              <a:highlight>
                <a:schemeClr val="accent1"/>
              </a:highlight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JLabel passLabel = new JLabel("Password:");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passLabel.setBounds(30, 70, 80, 25);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add(passLabel);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passwordField = new JPasswordField();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passwordField.setBounds(120, 70, 160, 25);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add(passwordField);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accent1"/>
                </a:highlight>
                <a:latin typeface="Assistant Medium"/>
                <a:ea typeface="Assistant Medium"/>
                <a:cs typeface="Assistant Medium"/>
                <a:sym typeface="Assistant Medium"/>
              </a:rPr>
              <a:t> Login button</a:t>
            </a:r>
            <a:endParaRPr sz="1200">
              <a:solidFill>
                <a:schemeClr val="dk1"/>
              </a:solidFill>
              <a:highlight>
                <a:schemeClr val="accent1"/>
              </a:highlight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loginButton = new JButton("Login");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loginButton.setBounds(120, 110, 100, 30);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loginButton.addActionListener(this);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add(loginButton);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setVisible(true);  }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314" name="Google Shape;314;p43"/>
          <p:cNvSpPr txBox="1"/>
          <p:nvPr/>
        </p:nvSpPr>
        <p:spPr>
          <a:xfrm>
            <a:off x="3815700" y="241325"/>
            <a:ext cx="5328300" cy="43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@Override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public void actionPerformed(ActionEvent e) {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String username = usernameField.getText();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String password = new String(passwordField.getPassword());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if (checkLogin(username, password)) {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JOptionPane.showMessageDialog(this, "Login successful! Welcome " + username);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} else {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JOptionPane.showMessageDialog(this, "Invalid username or password.");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}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}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private boolean checkLogin(String username, String password) {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boolean isValid = false;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try {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</a:t>
            </a:r>
            <a:r>
              <a:rPr lang="en" sz="1200">
                <a:solidFill>
                  <a:schemeClr val="dk1"/>
                </a:solidFill>
                <a:highlight>
                  <a:schemeClr val="accent1"/>
                </a:highlight>
                <a:latin typeface="Assistant Medium"/>
                <a:ea typeface="Assistant Medium"/>
                <a:cs typeface="Assistant Medium"/>
                <a:sym typeface="Assistant Medium"/>
              </a:rPr>
              <a:t> Load MySQL driver</a:t>
            </a:r>
            <a:endParaRPr sz="1200">
              <a:solidFill>
                <a:schemeClr val="dk1"/>
              </a:solidFill>
              <a:highlight>
                <a:schemeClr val="accent1"/>
              </a:highlight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Class.forName("com.mysql.cj.jdbc.Driver");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</a:t>
            </a:r>
            <a:r>
              <a:rPr lang="en" sz="1200">
                <a:solidFill>
                  <a:schemeClr val="dk1"/>
                </a:solidFill>
                <a:highlight>
                  <a:schemeClr val="accent1"/>
                </a:highlight>
                <a:latin typeface="Assistant Medium"/>
                <a:ea typeface="Assistant Medium"/>
                <a:cs typeface="Assistant Medium"/>
                <a:sym typeface="Assistant Medium"/>
              </a:rPr>
              <a:t> Connect to database</a:t>
            </a:r>
            <a:endParaRPr sz="1200">
              <a:solidFill>
                <a:schemeClr val="dk1"/>
              </a:solidFill>
              <a:highlight>
                <a:schemeClr val="accent1"/>
              </a:highlight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Connection conn = DriverManager.getConnection(DB_URL, DB_USER, DB_PASS);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cxnSp>
        <p:nvCxnSpPr>
          <p:cNvPr id="315" name="Google Shape;315;p43"/>
          <p:cNvCxnSpPr/>
          <p:nvPr/>
        </p:nvCxnSpPr>
        <p:spPr>
          <a:xfrm>
            <a:off x="3668825" y="192250"/>
            <a:ext cx="9900" cy="447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4"/>
          <p:cNvSpPr txBox="1"/>
          <p:nvPr/>
        </p:nvSpPr>
        <p:spPr>
          <a:xfrm>
            <a:off x="252250" y="230525"/>
            <a:ext cx="8431200" cy="45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String sql = "SELECT * FROM users WHERE username=? AND password=?";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PreparedStatement stmt = conn.prepareStatement(sql);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stmt.setString(1, username);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stmt.setString(2, password);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ResultSet rs = stmt.executeQuery();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if (rs.next()) {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    isValid = true;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}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rs.close();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stmt.close();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conn.close();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} catch (Exception ex) {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ex.printStackTrace();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}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return isValid;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}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public static void main(String[] args) {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SwingUtilities.invokeLater(SimpleLogin::new);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}}</a:t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321" name="Google Shape;321;p44"/>
          <p:cNvSpPr txBox="1"/>
          <p:nvPr/>
        </p:nvSpPr>
        <p:spPr>
          <a:xfrm>
            <a:off x="4895650" y="308825"/>
            <a:ext cx="4175700" cy="43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45" title="WhatsApp Image 2025-09-10 at 10.24.45 PM (1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325" y="384950"/>
            <a:ext cx="7748875" cy="4341225"/>
          </a:xfrm>
          <a:prstGeom prst="rect">
            <a:avLst/>
          </a:prstGeom>
          <a:noFill/>
          <a:ln>
            <a:noFill/>
          </a:ln>
          <a:effectLst>
            <a:outerShdw blurRad="342900" rotWithShape="0" algn="bl" dir="5400000" dist="20955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6"/>
          <p:cNvSpPr txBox="1"/>
          <p:nvPr/>
        </p:nvSpPr>
        <p:spPr>
          <a:xfrm>
            <a:off x="796276" y="1125375"/>
            <a:ext cx="6489900" cy="16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>
                <a:solidFill>
                  <a:schemeClr val="dk1"/>
                </a:solidFill>
                <a:latin typeface="Sora Medium"/>
                <a:ea typeface="Sora Medium"/>
                <a:cs typeface="Sora Medium"/>
                <a:sym typeface="Sora Medium"/>
              </a:rPr>
              <a:t>DATA RETRIEVAL PROBLEM</a:t>
            </a:r>
            <a:endParaRPr sz="4700">
              <a:solidFill>
                <a:schemeClr val="dk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7"/>
          <p:cNvSpPr txBox="1"/>
          <p:nvPr/>
        </p:nvSpPr>
        <p:spPr>
          <a:xfrm>
            <a:off x="475650" y="188850"/>
            <a:ext cx="8192700" cy="45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import javax.swing.*;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import java.awt.*;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import java.awt.event.*;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import java.sql.*;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public class StudentDetailsApp extends JFrame implements ActionListener {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private JTextField rollField = new JTextField(10);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private JTextArea resultArea = new JTextArea(5, 30);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private JButton searchBtn;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private static final String DB_URL = "jdbc:mysql://localhost:3306/testdb";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private static final String DB_USER = "root", DB_PASS = "12345";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public StudentDetailsApp() {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setTitle("Student Details Finder");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setSize(400, 300);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setDefaultCloseOperation(EXIT_ON_CLOSE);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setLocationRelativeTo(null);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searchBtn = new JButton("Search");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JPanel top = new JPanel();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top.add(new JLabel("Enter Roll No:"));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top.add(rollField);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top.add(searchBtn);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8"/>
          <p:cNvSpPr txBox="1"/>
          <p:nvPr/>
        </p:nvSpPr>
        <p:spPr>
          <a:xfrm>
            <a:off x="297600" y="356100"/>
            <a:ext cx="8548800" cy="4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resultArea.setEditable(false);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add(top, BorderLayout.NORTH);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add(new JScrollPane(resultArea), BorderLayout.CENTER);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searchBtn.addActionListener(this);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}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@Override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public void actionPerformed(ActionEvent e) {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searchStudent();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}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private void searchStudent() {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String r = rollField.getText().trim();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if (r.isEmpty()){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showError("Please enter a roll number");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return;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}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9"/>
          <p:cNvSpPr txBox="1"/>
          <p:nvPr/>
        </p:nvSpPr>
        <p:spPr>
          <a:xfrm>
            <a:off x="535515" y="183750"/>
            <a:ext cx="8890800" cy="47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try {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int roll = Integer.parseInt(r);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try (Connection c = DriverManager.getConnection(DB_URL, DB_USER, DB_PASS);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     PreparedStatement p = c.prepareStatement("SELECT * FROM students WHERE roll_no=?")) {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    p.setInt(1, roll);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    ResultSet rs = p.executeQuery();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    if (rs.next()) {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        resultArea.setText("Roll No: " + roll +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            "\nName: " + rs.getString("name") +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            "\nAge: " + rs.getInt("age") +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            "\nDepartment: " + rs.getString("department"));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    } else resultArea.setText("No student found with Roll No: " + roll);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}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} catch (NumberFormatException ex) {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showError("Invalid Roll Number");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} catch (SQLException ex) {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showError("DB Error: " + ex.getMessage());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}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}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private void showError(String msg) {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JOptionPane.showMessageDialog(this, msg);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}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public static void main(String[] args) {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SwingUtilities.invokeLater(() -&gt; new StudentDetailsApp().setVisible(true));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}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}</a:t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50" title="8dae75fc-9902-43dd-8106-27d35d551e6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6625" y="433675"/>
            <a:ext cx="5490750" cy="197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50" title="9722cb57-66c2-465a-ac36-ed0badb0164d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166150"/>
            <a:ext cx="8839200" cy="70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51" title="WhatsApp Image 2025-09-10 at 11.31.54 P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7675" y="504450"/>
            <a:ext cx="6248474" cy="391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52" title="WhatsApp Image 2025-09-10 at 11.08.12 PM.jpeg"/>
          <p:cNvPicPr preferRelativeResize="0"/>
          <p:nvPr/>
        </p:nvPicPr>
        <p:blipFill rotWithShape="1">
          <a:blip r:embed="rId3">
            <a:alphaModFix/>
          </a:blip>
          <a:srcRect b="6218" l="0" r="0" t="0"/>
          <a:stretch/>
        </p:blipFill>
        <p:spPr>
          <a:xfrm>
            <a:off x="5410925" y="100125"/>
            <a:ext cx="3382225" cy="2351400"/>
          </a:xfrm>
          <a:prstGeom prst="rect">
            <a:avLst/>
          </a:prstGeom>
          <a:noFill/>
          <a:ln>
            <a:noFill/>
          </a:ln>
          <a:effectLst>
            <a:outerShdw blurRad="342900" rotWithShape="0" algn="bl" dir="5400000" dist="209550">
              <a:srgbClr val="000000">
                <a:alpha val="30000"/>
              </a:srgbClr>
            </a:outerShdw>
          </a:effectLst>
        </p:spPr>
      </p:pic>
      <p:pic>
        <p:nvPicPr>
          <p:cNvPr id="363" name="Google Shape;363;p52" title="WhatsApp Image 2025-09-10 at 11.07.22 PM.jpeg"/>
          <p:cNvPicPr preferRelativeResize="0"/>
          <p:nvPr/>
        </p:nvPicPr>
        <p:blipFill rotWithShape="1">
          <a:blip r:embed="rId4">
            <a:alphaModFix/>
          </a:blip>
          <a:srcRect b="17777" l="0" r="0" t="0"/>
          <a:stretch/>
        </p:blipFill>
        <p:spPr>
          <a:xfrm>
            <a:off x="2880885" y="2724042"/>
            <a:ext cx="3382225" cy="2082200"/>
          </a:xfrm>
          <a:prstGeom prst="rect">
            <a:avLst/>
          </a:prstGeom>
          <a:noFill/>
          <a:ln>
            <a:noFill/>
          </a:ln>
          <a:effectLst>
            <a:outerShdw blurRad="342900" rotWithShape="0" algn="bl" dir="5400000" dist="209550">
              <a:srgbClr val="000000">
                <a:alpha val="30000"/>
              </a:srgbClr>
            </a:outerShdw>
          </a:effectLst>
        </p:spPr>
      </p:pic>
      <p:pic>
        <p:nvPicPr>
          <p:cNvPr id="364" name="Google Shape;364;p52" title="WhatsApp Image 2025-09-10 at 11.07.01 PM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674" y="100125"/>
            <a:ext cx="3407925" cy="2351400"/>
          </a:xfrm>
          <a:prstGeom prst="rect">
            <a:avLst/>
          </a:prstGeom>
          <a:noFill/>
          <a:ln>
            <a:noFill/>
          </a:ln>
          <a:effectLst>
            <a:outerShdw blurRad="342900" rotWithShape="0" algn="bl" dir="5400000" dist="20955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3"/>
          <p:cNvSpPr txBox="1"/>
          <p:nvPr>
            <p:ph type="title"/>
          </p:nvPr>
        </p:nvSpPr>
        <p:spPr>
          <a:xfrm>
            <a:off x="1768550" y="1666800"/>
            <a:ext cx="5607000" cy="18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THANK YOU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mmon Childhood Diseases by Slidesgo">
  <a:themeElements>
    <a:clrScheme name="Simple Light">
      <a:dk1>
        <a:srgbClr val="252525"/>
      </a:dk1>
      <a:lt1>
        <a:srgbClr val="F4F4F4"/>
      </a:lt1>
      <a:dk2>
        <a:srgbClr val="C8B5E4"/>
      </a:dk2>
      <a:lt2>
        <a:srgbClr val="7DE0D8"/>
      </a:lt2>
      <a:accent1>
        <a:srgbClr val="34E297"/>
      </a:accent1>
      <a:accent2>
        <a:srgbClr val="C2F686"/>
      </a:accent2>
      <a:accent3>
        <a:srgbClr val="F9CBA6"/>
      </a:accent3>
      <a:accent4>
        <a:srgbClr val="E7A0C2"/>
      </a:accent4>
      <a:accent5>
        <a:srgbClr val="E671DC"/>
      </a:accent5>
      <a:accent6>
        <a:srgbClr val="FF8795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